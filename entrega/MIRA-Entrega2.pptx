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4910d9fd1e42fc" /><Relationship Type="http://schemas.openxmlformats.org/officeDocument/2006/relationships/extended-properties" Target="/docProps/app.xml" Id="Ra1aeff7c296548f5" /><Relationship Type="http://schemas.openxmlformats.org/officeDocument/2006/relationships/officeDocument" Target="/ppt/presentation.xml" Id="R94cbed85e5d641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0195af543b490d"/>
  </p:sldMasterIdLst>
  <p:notesMasterIdLst>
    <p:notesMasterId xmlns:r="http://schemas.openxmlformats.org/officeDocument/2006/relationships" r:id="R38b89d967253450a"/>
  </p:notesMasterIdLst>
  <p:sldIdLst>
    <p:sldId xmlns:r="http://schemas.openxmlformats.org/officeDocument/2006/relationships" id="256" r:id="Rf449e946eec34c7d"/>
    <p:sldId xmlns:r="http://schemas.openxmlformats.org/officeDocument/2006/relationships" id="257" r:id="R0937a2f047b74176"/>
    <p:sldId xmlns:r="http://schemas.openxmlformats.org/officeDocument/2006/relationships" id="258" r:id="R5a131cc3bc774d3e"/>
    <p:sldId xmlns:r="http://schemas.openxmlformats.org/officeDocument/2006/relationships" id="259" r:id="R7624dfe664134a4f"/>
    <p:sldId xmlns:r="http://schemas.openxmlformats.org/officeDocument/2006/relationships" id="260" r:id="R95195c627179493f"/>
    <p:sldId xmlns:r="http://schemas.openxmlformats.org/officeDocument/2006/relationships" id="261" r:id="R3d9c6c1965e546ee"/>
    <p:sldId xmlns:r="http://schemas.openxmlformats.org/officeDocument/2006/relationships" id="262" r:id="R5ed2c3785f0b4ebd"/>
    <p:sldId xmlns:r="http://schemas.openxmlformats.org/officeDocument/2006/relationships" id="263" r:id="Rb3f15af85d804790"/>
    <p:sldId xmlns:r="http://schemas.openxmlformats.org/officeDocument/2006/relationships" id="264" r:id="R3baf27cbdaf848dd"/>
    <p:sldId xmlns:r="http://schemas.openxmlformats.org/officeDocument/2006/relationships" id="265" r:id="Ra94829c0f4084b7b"/>
    <p:sldId xmlns:r="http://schemas.openxmlformats.org/officeDocument/2006/relationships" id="266" r:id="R01f2a2e82935423a"/>
    <p:sldId xmlns:r="http://schemas.openxmlformats.org/officeDocument/2006/relationships" id="267" r:id="R17cc1fc1639c466d"/>
    <p:sldId xmlns:r="http://schemas.openxmlformats.org/officeDocument/2006/relationships" id="268" r:id="Rc53ab1940d594d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0f148f44f24546" /><Relationship Type="http://schemas.openxmlformats.org/officeDocument/2006/relationships/slideMaster" Target="/ppt/slideMasters/slideMaster1.xml" Id="Reb0195af543b490d" /><Relationship Type="http://schemas.openxmlformats.org/officeDocument/2006/relationships/notesMaster" Target="/ppt/notesMasters/notesMaster1.xml" Id="R38b89d967253450a" /><Relationship Type="http://schemas.openxmlformats.org/officeDocument/2006/relationships/presProps" Target="/ppt/presProps.xml" Id="Rd46a67eee70d41c4" /><Relationship Type="http://schemas.openxmlformats.org/officeDocument/2006/relationships/tableStyles" Target="/ppt/tableStyles.xml" Id="R64499f4c43f742c1" /><Relationship Type="http://schemas.openxmlformats.org/officeDocument/2006/relationships/slide" Target="/ppt/slides/slide1.xml" Id="Rf449e946eec34c7d" /><Relationship Type="http://schemas.openxmlformats.org/officeDocument/2006/relationships/slide" Target="/ppt/slides/slide2.xml" Id="R0937a2f047b74176" /><Relationship Type="http://schemas.openxmlformats.org/officeDocument/2006/relationships/slide" Target="/ppt/slides/slide3.xml" Id="R5a131cc3bc774d3e" /><Relationship Type="http://schemas.openxmlformats.org/officeDocument/2006/relationships/slide" Target="/ppt/slides/slide4.xml" Id="R7624dfe664134a4f" /><Relationship Type="http://schemas.openxmlformats.org/officeDocument/2006/relationships/slide" Target="/ppt/slides/slide5.xml" Id="R95195c627179493f" /><Relationship Type="http://schemas.openxmlformats.org/officeDocument/2006/relationships/slide" Target="/ppt/slides/slide6.xml" Id="R3d9c6c1965e546ee" /><Relationship Type="http://schemas.openxmlformats.org/officeDocument/2006/relationships/slide" Target="/ppt/slides/slide7.xml" Id="R5ed2c3785f0b4ebd" /><Relationship Type="http://schemas.openxmlformats.org/officeDocument/2006/relationships/slide" Target="/ppt/slides/slide8.xml" Id="Rb3f15af85d804790" /><Relationship Type="http://schemas.openxmlformats.org/officeDocument/2006/relationships/slide" Target="/ppt/slides/slide9.xml" Id="R3baf27cbdaf848dd" /><Relationship Type="http://schemas.openxmlformats.org/officeDocument/2006/relationships/slide" Target="/ppt/slides/slide10.xml" Id="Ra94829c0f4084b7b" /><Relationship Type="http://schemas.openxmlformats.org/officeDocument/2006/relationships/slide" Target="/ppt/slides/slide11.xml" Id="R01f2a2e82935423a" /><Relationship Type="http://schemas.openxmlformats.org/officeDocument/2006/relationships/slide" Target="/ppt/slides/slide12.xml" Id="R17cc1fc1639c466d" /><Relationship Type="http://schemas.openxmlformats.org/officeDocument/2006/relationships/slide" Target="/ppt/slides/slide13.xml" Id="Rc53ab1940d594d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ad5d8a6d3a47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31e8922bb94b67" /><Relationship Type="http://schemas.openxmlformats.org/officeDocument/2006/relationships/notesMaster" Target="/ppt/notesMasters/notesMaster1.xml" Id="R9a719177adca42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69f8e5de2448a6" /><Relationship Type="http://schemas.openxmlformats.org/officeDocument/2006/relationships/notesMaster" Target="/ppt/notesMasters/notesMaster1.xml" Id="R8c19debd8ff044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c6e7aa5994459d" /><Relationship Type="http://schemas.openxmlformats.org/officeDocument/2006/relationships/notesMaster" Target="/ppt/notesMasters/notesMaster1.xml" Id="Ra733cb5aa0264b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20c9eba53c4a9d" /><Relationship Type="http://schemas.openxmlformats.org/officeDocument/2006/relationships/notesMaster" Target="/ppt/notesMasters/notesMaster1.xml" Id="R69849f5626db45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1ce7e8cfd048fb" /><Relationship Type="http://schemas.openxmlformats.org/officeDocument/2006/relationships/notesMaster" Target="/ppt/notesMasters/notesMaster1.xml" Id="Ra2dce965f4ff4f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b0c8366fe84c99" /><Relationship Type="http://schemas.openxmlformats.org/officeDocument/2006/relationships/notesMaster" Target="/ppt/notesMasters/notesMaster1.xml" Id="Rfa03967e399f41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fe3a50a1cb453f" /><Relationship Type="http://schemas.openxmlformats.org/officeDocument/2006/relationships/notesMaster" Target="/ppt/notesMasters/notesMaster1.xml" Id="Ref1ed949a52a4d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938d0c06fc4a0b" /><Relationship Type="http://schemas.openxmlformats.org/officeDocument/2006/relationships/notesMaster" Target="/ppt/notesMasters/notesMaster1.xml" Id="R1f352c1d8a6d4c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7383be767b4a55" /><Relationship Type="http://schemas.openxmlformats.org/officeDocument/2006/relationships/notesMaster" Target="/ppt/notesMasters/notesMaster1.xml" Id="Rab56e3ac949840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ad2b42c99c4ea8" /><Relationship Type="http://schemas.openxmlformats.org/officeDocument/2006/relationships/notesMaster" Target="/ppt/notesMasters/notesMaster1.xml" Id="R6c88ea74c13c45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c9cd6e0d3d4827" /><Relationship Type="http://schemas.openxmlformats.org/officeDocument/2006/relationships/notesMaster" Target="/ppt/notesMasters/notesMaster1.xml" Id="R776fc98524cd48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44510a9bd71461e" /><Relationship Type="http://schemas.openxmlformats.org/officeDocument/2006/relationships/notesMaster" Target="/ppt/notesMasters/notesMaster1.xml" Id="Rfef6575bf44d41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0540c80d234e84" /><Relationship Type="http://schemas.openxmlformats.org/officeDocument/2006/relationships/notesMaster" Target="/ppt/notesMasters/notesMaster1.xml" Id="Rd0c6ca5984a444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Duración propuesta: 15 minutos. Distribución sugerida: contexto 2 min, método 3, demo 4, comparación y pruebas 5, cierre 1. Equipo: completar grupo y acordar participación. No se declara una exposición ya realizada.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baseline F4/F1, PRD FR1…17; enunciado §4.2 y §4.3. No hay motor real ni inferencia implementada.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SPEC-F4, policy-cases.md, CC-F4-01…09. Umbral 90 y mínimos 70 corresponden al piloto aprobado; F4 no calcula el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docs/informe-candidato.md §6.3, _bmad-output y plan-cierre-mira-e2-f4-f1. Snapshot BMAD identificado por commit; versión semántica no acreditada.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Starter 356b4d5 / baseline auditada 4337a3a. DEC-E2-08 aprobada por el usuario en esta sesión; no se atribuye a Sebastián. Correcciones integradas en main local.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propuesta 2 minutos. Abrir /ejecutar-f4/. Probar ERROR y borrador, comprobar original preservado. Captura técnica ficticia, no aceptación humana.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propuesta 2 minutos. CC-F1-01 para corrección, CC-F1-04 para antecedentes. No hay nueva evidencia ni reapertura completa; fuera de alcance SPEC-F1.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ConcurrentReviewTests usa conexiones SQLite reales. test_restart.py comprueba procesos distintos. Reloj controlado e inyectable; no se oculta como reloj de producción. CC-F1-05/06 y PF14.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docs/trazabilidad-must.md y informe §6.6. Nueve requisitos seleccionados: siete Must y dos Should. No se afirma cobertura de todo MIRA.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Informe §6.3, §6.4 y segunda tabla §6.6. No se conocen horas, tokens ni procedencia humana exacta del starter. Representante E2: Sebastián; aceptación aún pendiente.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Informe §6.6. Cadena SPEC+historia+código+prueba. El tercer indicador considera p95, RSS y CPU. No mezcla diagnóstico local con certificación AD15.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docs/qa/measurements.json, reproducibility.json y suites. Medición con 100 casos y 3 evidencias, 30 muestras y 30 revisiones. Se informa CPU incluyendo límites del muestreo. Medición actual commit ab745af; sin brechas de contadores observadas.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docs/qa/actas-pendientes.md y conclusiones del informe. Repositorio publicado en main por autorización del usuario. No declarar aceptación humana pendiente.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9e11c0692845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9eb02775854a4e" /><Relationship Type="http://schemas.openxmlformats.org/officeDocument/2006/relationships/slideLayout" Target="/ppt/slideLayouts/slideLayout1.xml" Id="Rba6a6d7fec2f42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6a6d7fec2f42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e22b3038847c1" /><Relationship Type="http://schemas.openxmlformats.org/officeDocument/2006/relationships/notesSlide" Target="/ppt/notesSlides/notesSlide1.xml" Id="Rd773c0ce929e42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c0f1520644289" /><Relationship Type="http://schemas.openxmlformats.org/officeDocument/2006/relationships/notesSlide" Target="/ppt/notesSlides/notesSlide2.xml" Id="Re8bba443001746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e13a92bd164e25" /><Relationship Type="http://schemas.openxmlformats.org/officeDocument/2006/relationships/notesSlide" Target="/ppt/notesSlides/notesSlide3.xml" Id="R69de327537d144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1adfb3a30489a" /><Relationship Type="http://schemas.openxmlformats.org/officeDocument/2006/relationships/notesSlide" Target="/ppt/notesSlides/notesSlide4.xml" Id="R39954e01ae0847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9487d8a114a79" /><Relationship Type="http://schemas.openxmlformats.org/officeDocument/2006/relationships/notesSlide" Target="/ppt/notesSlides/notesSlide5.xml" Id="R150a178df3dd4f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76770f9f0d4b74" /><Relationship Type="http://schemas.openxmlformats.org/officeDocument/2006/relationships/image" Target="/ppt/media/image.jpeg" Id="R2458309cf38c498f" /><Relationship Type="http://schemas.openxmlformats.org/officeDocument/2006/relationships/notesSlide" Target="/ppt/notesSlides/notesSlide6.xml" Id="Rbc018e947e1940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fa9ca03b14a12" /><Relationship Type="http://schemas.openxmlformats.org/officeDocument/2006/relationships/image" Target="/ppt/media/image2.jpeg" Id="R8c127c485f2b4ef8" /><Relationship Type="http://schemas.openxmlformats.org/officeDocument/2006/relationships/notesSlide" Target="/ppt/notesSlides/notesSlide7.xml" Id="R8187992c2d8247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2acc8bd784ae8" /><Relationship Type="http://schemas.openxmlformats.org/officeDocument/2006/relationships/notesSlide" Target="/ppt/notesSlides/notesSlide8.xml" Id="R8ff0d9b13ba544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2e7b3bd7f4125" /><Relationship Type="http://schemas.openxmlformats.org/officeDocument/2006/relationships/notesSlide" Target="/ppt/notesSlides/notesSlide9.xml" Id="R50ed5541dc394f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33af32bc44da1" /><Relationship Type="http://schemas.openxmlformats.org/officeDocument/2006/relationships/notesSlide" Target="/ppt/notesSlides/notesSlide10.xml" Id="Rca14bdebe5e74e4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287b8473e4e79" /><Relationship Type="http://schemas.openxmlformats.org/officeDocument/2006/relationships/notesSlide" Target="/ppt/notesSlides/notesSlide11.xml" Id="Rb78e1628f8774af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dab226344448f" /><Relationship Type="http://schemas.openxmlformats.org/officeDocument/2006/relationships/notesSlide" Target="/ppt/notesSlides/notesSlide12.xml" Id="R69c49795bb2a4a5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f0cb785df49ed" /><Relationship Type="http://schemas.openxmlformats.org/officeDocument/2006/relationships/notesSlide" Target="/ppt/notesSlides/notesSlide13.xml" Id="R1a45b4b43ede45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4192C04-5BDB-44E5-9578-D52A8A31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MIRA · Entrega 2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23E99E4-F059-4CDE-972C-5F1DF3B0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4777C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4777C"/>
                </a:solidFill>
                <a:latin typeface="Arial"/>
                <a:ea typeface="Arial"/>
                <a:cs typeface="Arial"/>
              </a:rPr>
              <a:t>De requisitos a decisiones verificables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C4726A7-0C2E-4596-A0FD-CEC59A7F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8204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Grupo: ____________________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Lukas Scheel · Francisca Meyer · Sebastián Rodríguez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F4: decisión automática · F1: revisión humana</a:t>
            </a:r>
          </a:p>
          <a:p xmlns:a="http://schemas.openxmlformats.org/drawingml/2006/main">
            <a:pPr>
              <a:defRPr sz="225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Candidato local · octubre 2026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314129-7422-43DD-B6BA-0D6948B0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972404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B87227D-229A-412F-8362-39F3A273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Dos funciones conectadas</a:t>
            </a:r>
          </a:p>
        </p:txBody>
      </p:sp>
      <p:sp>
        <p:nvSpPr>
          <p:cNvPr id="2" name="col-title-0">
            <a:extLst xmlns:a="http://schemas.openxmlformats.org/drawingml/2006/main">
              <a:ext uri="{FF2B5EF4-FFF2-40B4-BE49-F238E27FC236}">
                <a16:creationId xmlns:a16="http://schemas.microsoft.com/office/drawing/2014/main" id="{8E339D08-03DF-41ED-8992-571DAB71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77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777C"/>
                </a:solidFill>
                <a:latin typeface="Arial"/>
                <a:ea typeface="Arial"/>
                <a:cs typeface="Arial"/>
              </a:rPr>
              <a:t>F4 · política conservadora</a:t>
            </a:r>
          </a:p>
        </p:txBody>
      </p:sp>
      <p:sp>
        <p:nvSpPr>
          <p:cNvPr id="3" name="col-body-0">
            <a:extLst xmlns:a="http://schemas.openxmlformats.org/drawingml/2006/main">
              <a:ext uri="{FF2B5EF4-FFF2-40B4-BE49-F238E27FC236}">
                <a16:creationId xmlns:a16="http://schemas.microsoft.com/office/drawing/2014/main" id="{B43BD6D4-634D-441D-A15F-D7345530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5048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Consume el motor simulado.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Deriva casos a revisión o escalamiento y limita la aprobación.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H-15: precisar mínimos por señal.</a:t>
            </a:r>
          </a:p>
        </p:txBody>
      </p:sp>
      <p:sp>
        <p:nvSpPr>
          <p:cNvPr id="4" name="col-title-1">
            <a:extLst xmlns:a="http://schemas.openxmlformats.org/drawingml/2006/main">
              <a:ext uri="{FF2B5EF4-FFF2-40B4-BE49-F238E27FC236}">
                <a16:creationId xmlns:a16="http://schemas.microsoft.com/office/drawing/2014/main" id="{E2E6F957-6D51-4C3C-8BE4-C5CFB10D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097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77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777C"/>
                </a:solidFill>
                <a:latin typeface="Arial"/>
                <a:ea typeface="Arial"/>
                <a:cs typeface="Arial"/>
              </a:rPr>
              <a:t>F1 · intervención humana</a:t>
            </a:r>
          </a:p>
        </p:txBody>
      </p:sp>
      <p:sp>
        <p:nvSpPr>
          <p:cNvPr id="5" name="col-body-1">
            <a:extLst xmlns:a="http://schemas.openxmlformats.org/drawingml/2006/main">
              <a:ext uri="{FF2B5EF4-FFF2-40B4-BE49-F238E27FC236}">
                <a16:creationId xmlns:a16="http://schemas.microsoft.com/office/drawing/2014/main" id="{9BF0B897-9E17-4E07-994D-CB488E15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19375"/>
            <a:ext cx="5048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Muestra evidencia antes del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Exige motivo, conserva originales y permite corregir importe.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Un caso y una evaluación unen el recorrido.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7C2166-6221-411B-8146-97AB0867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16710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762491BB-69A5-453E-8BED-5847C226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F4 · fronteras que se pueden comprobar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492240"/>
                <a:gridCol w="4328160"/>
              </a:tblGrid>
              <a:tr h="6858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Condición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Salida esperada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Entrada inválida / señal fuera de rango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ERROR corregible</a:t>
                      </a:r>
                    </a:p>
                  </a:txBody>
                  <a:tcPr marL="114300" marR="114300" marT="95250" marB="95250"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Fraude o score &lt; 60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ESCALADO</a:t>
                      </a:r>
                    </a:p>
                  </a:txBody>
                  <a:tcPr marL="114300" marR="114300" marT="95250" marB="95250"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Score &gt; 90 + ambas señales ≥ 70 + ON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APROBADO</a:t>
                      </a:r>
                    </a:p>
                  </a:txBody>
                  <a:tcPr marL="114300" marR="114300" marT="95250" marB="95250"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Resto; incluye score 60 y 90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REVISIÓN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note">
            <a:extLst xmlns:a="http://schemas.openxmlformats.org/drawingml/2006/main">
              <a:ext uri="{FF2B5EF4-FFF2-40B4-BE49-F238E27FC236}">
                <a16:creationId xmlns:a16="http://schemas.microsoft.com/office/drawing/2014/main" id="{7DB42982-E667-4F64-ACE4-90348483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Precedencia: error → fraude → barreras. Nunca rechazo automático.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D7C3AD-8C83-4B07-A3F7-723E9A17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668851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1A3719E-EC37-4B04-BF86-6DFAFF8A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BMAD · artefactos que guiaron el incremento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7213600"/>
              </a:tblGrid>
              <a:tr h="6762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Fase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Artefacto y decisión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Análisis / PRD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Brief V2; alcance F4/F1; DEC-E2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UX / arquitectura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Evidencia primero; SQLite y CAS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Contratos / planificación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SPEC, corpus y plan aprobado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Implementación / revisión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Código, suites, hashes y cuatro lentes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note">
            <a:extLst xmlns:a="http://schemas.openxmlformats.org/drawingml/2006/main">
              <a:ext uri="{FF2B5EF4-FFF2-40B4-BE49-F238E27FC236}">
                <a16:creationId xmlns:a16="http://schemas.microsoft.com/office/drawing/2014/main" id="{82F03AF8-051D-4321-91A6-231247F9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La aprobación del usuario fija el criterio; las pruebas verifican el comportamiento.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A2D41E-C0B0-4CBF-86CC-282A3CFD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660205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386ABD9-6993-4E4C-B163-821D3A44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Tres cambios frente al starter</a:t>
            </a:r>
          </a:p>
        </p:txBody>
      </p:sp>
      <p:sp>
        <p:nvSpPr>
          <p:cNvPr id="2" name="col-title-0">
            <a:extLst xmlns:a="http://schemas.openxmlformats.org/drawingml/2006/main">
              <a:ext uri="{FF2B5EF4-FFF2-40B4-BE49-F238E27FC236}">
                <a16:creationId xmlns:a16="http://schemas.microsoft.com/office/drawing/2014/main" id="{5E24CEA9-F732-4C7A-8CC3-D615C62E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77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777C"/>
                </a:solidFill>
                <a:latin typeface="Arial"/>
                <a:ea typeface="Arial"/>
                <a:cs typeface="Arial"/>
              </a:rPr>
              <a:t>Antes</a:t>
            </a:r>
          </a:p>
        </p:txBody>
      </p:sp>
      <p:sp>
        <p:nvSpPr>
          <p:cNvPr id="3" name="col-body-0">
            <a:extLst xmlns:a="http://schemas.openxmlformats.org/drawingml/2006/main">
              <a:ext uri="{FF2B5EF4-FFF2-40B4-BE49-F238E27FC236}">
                <a16:creationId xmlns:a16="http://schemas.microsoft.com/office/drawing/2014/main" id="{CED8B2CE-43F0-4D54-B17B-E05959DB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5048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Historial en memoria.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Decisiones sin protección de versión.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Discrepancia inferida al aprobar o rechazar.</a:t>
            </a:r>
          </a:p>
        </p:txBody>
      </p:sp>
      <p:sp>
        <p:nvSpPr>
          <p:cNvPr id="4" name="col-title-1">
            <a:extLst xmlns:a="http://schemas.openxmlformats.org/drawingml/2006/main">
              <a:ext uri="{FF2B5EF4-FFF2-40B4-BE49-F238E27FC236}">
                <a16:creationId xmlns:a16="http://schemas.microsoft.com/office/drawing/2014/main" id="{A065C6FA-0679-4FC0-8967-2EA4A9F4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097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77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777C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5" name="col-body-1">
            <a:extLst xmlns:a="http://schemas.openxmlformats.org/drawingml/2006/main">
              <a:ext uri="{FF2B5EF4-FFF2-40B4-BE49-F238E27FC236}">
                <a16:creationId xmlns:a16="http://schemas.microsoft.com/office/drawing/2014/main" id="{02756417-9C96-4B7A-B5A2-55B63091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19375"/>
            <a:ext cx="5048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Snapshots y eventos SQLite.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CAS: un ganador ante concurrencia.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Desacuerdo declarado; corrección marca discrepancia.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2D084E-E1A2-4741-BF67-21DA5863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644631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940F0EB-250D-4B0F-9907-B1C21A92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Demo F4 · resultado y evidencia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58309cf38c498f"/>
          <a:stretch xmlns:a="http://schemas.openxmlformats.org/drawingml/2006/main"/>
        </p:blipFill>
        <p:spPr>
          <a:xfrm xmlns:a="http://schemas.openxmlformats.org/drawingml/2006/main">
            <a:off x="901074" y="1657350"/>
            <a:ext cx="6427453" cy="4572000"/>
          </a:xfrm>
          <a:prstGeom xmlns:a="http://schemas.openxmlformats.org/drawingml/2006/main" prst="rect">
            <a:avLst/>
          </a:prstGeom>
        </p:spPr>
      </p:pic>
      <p:sp>
        <p:nvSpPr>
          <p:cNvPr id="3" name="image-description">
            <a:extLst xmlns:a="http://schemas.openxmlformats.org/drawingml/2006/main">
              <a:ext uri="{FF2B5EF4-FFF2-40B4-BE49-F238E27FC236}">
                <a16:creationId xmlns:a16="http://schemas.microsoft.com/office/drawing/2014/main" id="{D6F73531-4FB1-4B4C-ACB2-4205D7A2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47850"/>
            <a:ext cx="36195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CC-F4-03 / 04</a:t>
            </a:r>
          </a:p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Frontera 90 / 90,01.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CC-F4-09</a:t>
            </a:r>
          </a:p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Corregir score 101.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Abrir el caso generado y comprobar su evaluación persistida.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E16208B-8AE3-42CB-B0B8-EBC572C8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67604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DD66068-B005-4CDE-92CA-C1D13C34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Demo F1 · evidencia y corrección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27c485f2b4ef8"/>
          <a:stretch xmlns:a="http://schemas.openxmlformats.org/drawingml/2006/main"/>
        </p:blipFill>
        <p:spPr>
          <a:xfrm xmlns:a="http://schemas.openxmlformats.org/drawingml/2006/main">
            <a:off x="899869" y="1657350"/>
            <a:ext cx="6429862" cy="4572000"/>
          </a:xfrm>
          <a:prstGeom xmlns:a="http://schemas.openxmlformats.org/drawingml/2006/main" prst="rect">
            <a:avLst/>
          </a:prstGeom>
        </p:spPr>
      </p:pic>
      <p:sp>
        <p:nvSpPr>
          <p:cNvPr id="3" name="image-description">
            <a:extLst xmlns:a="http://schemas.openxmlformats.org/drawingml/2006/main">
              <a:ext uri="{FF2B5EF4-FFF2-40B4-BE49-F238E27FC236}">
                <a16:creationId xmlns:a16="http://schemas.microsoft.com/office/drawing/2014/main" id="{3A647289-1400-4123-8C92-8A01C287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47850"/>
            <a:ext cx="36195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Abrir PDF / 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Importe:</a:t>
            </a:r>
          </a:p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120000 → 100000.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Categoría y motivo.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Original y corrección quedan en el historial.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5435E2-C0A9-434F-8E69-50FAFE5F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446066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168D171-9C45-45F0-8D69-9A280CB6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Concurrencia, permanencia y plazos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8B8199D-076A-4C78-B994-02EA144F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414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Dos operadores: una versión gana; el otro debe recargar.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Reinicio: evaluación e intervenciones conservadas.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3 días hábiles de meta y 5 de compromiso.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Santiago, lunes a viernes; vencido permanece abierto.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B68D10-BB33-4C48-8C0D-311E623E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146442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E8A56C9-2A3D-4152-9F9F-B40776CF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Comparación · requisitos seleccionados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7213600"/>
              </a:tblGrid>
              <a:tr h="6762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E1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Cambio verificado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RQF-004 / RQF-005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Barreras; motivos; CAS; importe original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RQF-014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Calendario, alertas y vencido abierto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RQF-003 / RQF-008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Evidencia simulada y procedencia durable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RNF de calidad y usabilidad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Corpus probado; aceptación externa pendiente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note">
            <a:extLst xmlns:a="http://schemas.openxmlformats.org/drawingml/2006/main">
              <a:ext uri="{FF2B5EF4-FFF2-40B4-BE49-F238E27FC236}">
                <a16:creationId xmlns:a16="http://schemas.microsoft.com/office/drawing/2014/main" id="{43A13A0A-947A-472C-8742-8F6E5C73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La matriz completa conserva IDs E1 y enlaza SPEC → historia → código → prueba.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BDC589-C899-491C-AE93-CA1929C4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21590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AA3446C-CC74-48A6-A89E-98388B3C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Decisiones y autoría · qué se puede atribuir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7213600"/>
              </a:tblGrid>
              <a:tr h="6762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Decisión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Origen y evolución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Nunca rechazo automático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DEC01; conservada en contratos y código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Mínimos 70 / piloto 90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DEC-E2-01/02; no calibración productiva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Discrepancia declarada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Usuario aprueba DEC-E2-08; agente implementa</a:t>
                      </a:r>
                    </a:p>
                  </a:txBody>
                  <a:tcPr marL="114300" marR="114300" marT="95250" marB="95250"/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Código del incremento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Codex; aprobación humana no equivale a líneas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note">
            <a:extLst xmlns:a="http://schemas.openxmlformats.org/drawingml/2006/main">
              <a:ext uri="{FF2B5EF4-FFF2-40B4-BE49-F238E27FC236}">
                <a16:creationId xmlns:a16="http://schemas.microsoft.com/office/drawing/2014/main" id="{5AE6B288-B66E-43C8-9C0D-80F7ABBD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Se conserva el historial y se explicitan fuentes sin inventar participación.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4CEE32-D6AB-4D4C-98FA-84A494D2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788115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E02E42E5-0DAE-4177-9C3D-C3402E3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Tres indicadores · fórmulas propuestas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3005667"/>
                <a:gridCol w="4207933"/>
              </a:tblGrid>
              <a:tr h="750094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Límite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Cadena de Must seleccionados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7 / 7 = 100 %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Existencia ≠ aceptación</a:t>
                      </a:r>
                    </a:p>
                  </a:txBody>
                  <a:tcPr marL="114300" marR="114300" marT="95250" marB="95250"/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Salidas esperadas F4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9 / 9 = 100 %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Corpus ficticio pequeño</a:t>
                      </a:r>
                    </a:p>
                  </a:txBody>
                  <a:tcPr marL="114300" marR="114300" marT="95250" marB="95250"/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Umbrales observados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2 / 3 = 66,7 %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Entorno sin acreditar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note">
            <a:extLst xmlns:a="http://schemas.openxmlformats.org/drawingml/2006/main">
              <a:ext uri="{FF2B5EF4-FFF2-40B4-BE49-F238E27FC236}">
                <a16:creationId xmlns:a16="http://schemas.microsoft.com/office/drawing/2014/main" id="{982D01F5-E85C-47E0-81B7-A2617FFC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El enunciado pide tres indicadores; estas fórmulas son propuestas del informe.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229A6B-C67A-492A-90EC-1842BDB4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412055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39A3DD93-ACEE-42EA-AD62-A2647ACE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Verificación · evidencia y límites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311900"/>
                <a:gridCol w="4508500"/>
              </a:tblGrid>
              <a:tr h="666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Comprobación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23A48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114300" marR="114300" marT="95250" marB="95250">
                    <a:solidFill>
                      <a:srgbClr val="E8F1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Django + pytest / Chromium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33 Django + 8 pytest OK</a:t>
                      </a:r>
                    </a:p>
                  </a:txBody>
                  <a:tcPr marL="114300" marR="114300" marT="95250" marB="9525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p95 ≤ 2 s · RSS ≤ 1 GiB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0.523 s · 798.2 MiB</a:t>
                      </a:r>
                    </a:p>
                  </a:txBody>
                  <a:tcPr marL="114300" marR="114300" marT="95250" marB="9525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CPU promedio ≤ 1 núcleo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1.324 núcleos · excede</a:t>
                      </a:r>
                    </a:p>
                  </a:txBody>
                  <a:tcPr marL="114300" marR="114300" marT="95250" marB="9525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Hardware 2 vCPU / 4 GiB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21303C"/>
                          </a:solidFill>
                          <a:latin typeface="Arial"/>
                          <a:ea typeface="Arial"/>
                          <a:cs typeface="Arial"/>
                        </a:rPr>
                        <a:t>No acreditado en este equipo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note">
            <a:extLst xmlns:a="http://schemas.openxmlformats.org/drawingml/2006/main">
              <a:ext uri="{FF2B5EF4-FFF2-40B4-BE49-F238E27FC236}">
                <a16:creationId xmlns:a16="http://schemas.microsoft.com/office/drawing/2014/main" id="{1866AD6E-94AA-4317-AA81-95AB7512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Las pruebas automatizadas no sustituyen PX-05 ni aceptación del cliente.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6B3076B-A5DE-41DE-8EB1-5D84FCF3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358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D3B716D-459A-47AC-AD6B-FC49D4F8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03" b="1">
                <a:solidFill>
                  <a:srgbClr val="123A48"/>
                </a:solidFill>
                <a:latin typeface="Arial"/>
                <a:ea typeface="Arial"/>
                <a:cs typeface="Arial"/>
              </a:defRPr>
            </a:pPr>
            <a:r>
              <a:rPr sz="3203" b="1">
                <a:solidFill>
                  <a:srgbClr val="123A48"/>
                </a:solidFill>
                <a:latin typeface="Arial"/>
                <a:ea typeface="Arial"/>
                <a:cs typeface="Arial"/>
              </a:rPr>
              <a:t>Cierre · candidato y validación pendiente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D46272-01F2-4DC0-A535-35E68361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414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Demostrado: política, evidencia, corrección, CAS e historial.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Pendiente: PX-05 externo y aceptación de Sebastián.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Repetir reproducción y recursos en el entorno acordado.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Completar grupo y reflexión personal del equipo.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130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03C"/>
                </a:solidFill>
                <a:latin typeface="Arial"/>
                <a:ea typeface="Arial"/>
                <a:cs typeface="Arial"/>
              </a:rPr>
              <a:t>Reservar v2.0 final para el cierre validado.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B19D92-AEBA-43C8-9F71-4D92C677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F858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F858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640482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2026-10-04T18:09:18.1050000Z</dcterms:created>
  <dcterms:modified xsi:type="dcterms:W3CDTF">2026-10-04T18:09:18.1060000Z</dcterms:modified>
</coreProperties>
</file>